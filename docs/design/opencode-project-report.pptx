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9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AI 编程代理 — 项目汇报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技术团队内部汇报  |  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汇报大纲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项目概览 — 定位、规模、里程碑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技术架构 — Monorepo 结构、技术栈、包依赖图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核心设计 — Effect 模式、模块层级、Context 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桌面端方案 — Tauri vs Electron 对比与选型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近期进展 — Global Search、Bun Shell 迁移、性能优化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文件依赖全景 — 包级与模块级依赖分析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后续计划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 AI 编程代理 (AI Coding Agent)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opencode.ai / github.com/anomalyco/opencode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当前版本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v1.14.28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技术特色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TUI-first、模型无关、LSP 原生、C/S 架构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技术架构 — Monorepo 全景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9184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 (CLI)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 / Agent / 服务端 / 存储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9751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9751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SolidJS Web GUI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3225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3225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共享组件 (Markdown/Diff/主题)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670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670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文件系统 / Effect 运行时 / 日志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@opencode-ai/sdk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SDK v1 + 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364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@opencode-ai/plugin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364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插件类型定义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124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桌面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7124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/ desktop-electron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7124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Tauri + Electron 双方案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@opencode-ai/enterprise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多用户部署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@opencode-ai/slack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 机器人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包级依赖关系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叶子节点 (零内部依赖): core / sdk / script / function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桥梁层: ui (依赖 core + sdk，被 app/desktop/enterprise 消费)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应用层: app → desktop/desktop-electron (Tauri/Electron)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集成层: opencode CLI 依赖 plugin / script / sdk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特征: 严格分层 DAG，无循环依赖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核心设计 — Effect-TS 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模块自导出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* as Foo from "." 替代 export namespace，支持 tree-shaking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按目录隔离的服务状态，自动清理，用于多项目并发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EffectBridge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跨模块通信桥接层，连接 provider/session/mcp/plugin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makeRuntime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 Runtime 构建，memoMap 去重 Layer 实例化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事件总线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模块间解耦通信的核心，被 10+ 模块依赖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自导出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配置模块采用扁平文件 + 自导出，避免 barrel 爆炸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桌面端方案对比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Tauri v2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薄壳 + 外部 sidecar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内置服务端，自包含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后端语言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(TypeScript)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包体大小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 (~10MB)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 (~150MB+Chromium)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原生能力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plugin 获得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 Node.js + 原生菜单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环境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自动加载用户 Shell env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更新机制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基本更新支持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 auto-updater + 对话框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 能力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个 Tauri 命令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40+ IPC handler + 文件选择器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轻量快速启动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全功能桌面体验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3152" cy="8686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Search Panel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设计已批准 (2026-05-05)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风格全文搜索，支持正则/大小写/文件过滤，F4 导航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73152" cy="8686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 Shell 迁移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进行中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 处 $ 调用 → Process API，热点: github.ts(33), worktree(22), lsp(21)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3152" cy="8686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性能优化 (Electron)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已完成 7 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env 缓存、Store 内存缓存、IPC 批处理、CORS 过滤、启动加速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文件依赖全景分析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 包 50+ 模块，五层结构: util → 基础设施 → 服务 → 领域 → 入口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枢纽模块 Top 3: @/util (15+)、@/session (15+)、@/bus (10+)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包 18 个 Context Provider，双层 DAG，无循环依赖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外部依赖 50+，核心技术栈: Effect 4.0 / SolidJS 1.9 / Hono 4 / Drizzle / AI SDK 6.0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完整依赖分析报告: docs/design/dependency-analysis-report.md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后续计划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73152" cy="4114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 Shell 迁移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764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完成剩余文件的 Process API 迁移，插件 $ 兼容保留至 1.x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73152" cy="4114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进入实现阶段: rg 后端 + 前端搜索面板 + 键盘导航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3152" cy="4114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Tauri 追赶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36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补齐 Electron 版的 Shell 环境注入、丰富 IPC、菜单系统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3152" cy="4114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性能持续优化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22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启动时间基线测量、渲染性能预算、内存泄漏检查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73152" cy="411480"/>
          </a:xfrm>
          <a:prstGeom prst="rect">
            <a:avLst/>
          </a:prstGeom>
          <a:solidFill>
            <a:srgbClr val="4A7A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文档完善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507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依赖分析报告维护、架构决策记录 (ADR)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github.com/anomalyco/opencode  |  opencode.ai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项目汇报</dc:title>
  <dc:subject>PptxGenJS Presentation</dc:subject>
  <dc:creator>OpenCode Team</dc:creator>
  <cp:lastModifiedBy>OpenCode Team</cp:lastModifiedBy>
  <cp:revision>1</cp:revision>
  <dcterms:created xsi:type="dcterms:W3CDTF">2026-05-12T06:03:41Z</dcterms:created>
  <dcterms:modified xsi:type="dcterms:W3CDTF">2026-05-12T06:03:41Z</dcterms:modified>
</cp:coreProperties>
</file>